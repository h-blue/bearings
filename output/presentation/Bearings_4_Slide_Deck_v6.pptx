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223da7f26940dc" /><Relationship Type="http://schemas.openxmlformats.org/officeDocument/2006/relationships/extended-properties" Target="/docProps/app.xml" Id="R8319ed1521d34449" /><Relationship Type="http://schemas.openxmlformats.org/officeDocument/2006/relationships/officeDocument" Target="/ppt/presentation.xml" Id="R14de1a96e30049f2" /></Relationships>
</file>

<file path=ppt/presentation.xml><?xml version="1.0" encoding="utf-8"?>
<p:presentation xmlns:p="http://schemas.openxmlformats.org/presentationml/2006/main">
  <p:sldMasterIdLst>
    <p:sldMasterId xmlns:r="http://schemas.openxmlformats.org/officeDocument/2006/relationships" id="2147483648" r:id="R0be42787f0b44886"/>
  </p:sldMasterIdLst>
  <p:notesMasterIdLst>
    <p:notesMasterId xmlns:r="http://schemas.openxmlformats.org/officeDocument/2006/relationships" r:id="R1ca67bf8ad734b52"/>
  </p:notesMasterIdLst>
  <p:sldIdLst>
    <p:sldId xmlns:r="http://schemas.openxmlformats.org/officeDocument/2006/relationships" id="256" r:id="R6097422bc7ce4beb"/>
    <p:sldId xmlns:r="http://schemas.openxmlformats.org/officeDocument/2006/relationships" id="257" r:id="R9233fbece9774e07"/>
    <p:sldId xmlns:r="http://schemas.openxmlformats.org/officeDocument/2006/relationships" id="258" r:id="R6fb9d1275c6349b8"/>
    <p:sldId xmlns:r="http://schemas.openxmlformats.org/officeDocument/2006/relationships" id="259" r:id="R6d25b009da3c41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2cfe9ef83d4cb7" /><Relationship Type="http://schemas.openxmlformats.org/officeDocument/2006/relationships/slideMaster" Target="/ppt/slideMasters/slideMaster1.xml" Id="R0be42787f0b44886" /><Relationship Type="http://schemas.openxmlformats.org/officeDocument/2006/relationships/notesMaster" Target="/ppt/notesMasters/notesMaster1.xml" Id="R1ca67bf8ad734b52" /><Relationship Type="http://schemas.openxmlformats.org/officeDocument/2006/relationships/presProps" Target="/ppt/presProps.xml" Id="R20b2bc88c914423e" /><Relationship Type="http://schemas.openxmlformats.org/officeDocument/2006/relationships/tableStyles" Target="/ppt/tableStyles.xml" Id="R0e987a10b2e54167" /><Relationship Type="http://schemas.openxmlformats.org/officeDocument/2006/relationships/slide" Target="/ppt/slides/slide1.xml" Id="R6097422bc7ce4beb" /><Relationship Type="http://schemas.openxmlformats.org/officeDocument/2006/relationships/slide" Target="/ppt/slides/slide2.xml" Id="R9233fbece9774e07" /><Relationship Type="http://schemas.openxmlformats.org/officeDocument/2006/relationships/slide" Target="/ppt/slides/slide3.xml" Id="R6fb9d1275c6349b8" /><Relationship Type="http://schemas.openxmlformats.org/officeDocument/2006/relationships/slide" Target="/ppt/slides/slide4.xml" Id="R6d25b009da3c41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c600ca6a0346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50ea9360e44c8b" /><Relationship Type="http://schemas.openxmlformats.org/officeDocument/2006/relationships/notesMaster" Target="/ppt/notesMasters/notesMaster1.xml" Id="Rd9058d884d414a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bb072b1d3441a9" /><Relationship Type="http://schemas.openxmlformats.org/officeDocument/2006/relationships/notesMaster" Target="/ppt/notesMasters/notesMaster1.xml" Id="Rd5672e66d21347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1814eac97d41cb" /><Relationship Type="http://schemas.openxmlformats.org/officeDocument/2006/relationships/notesMaster" Target="/ppt/notesMasters/notesMaster1.xml" Id="Reabeedf6a03a4d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bff8b2e8ae4f02" /><Relationship Type="http://schemas.openxmlformats.org/officeDocument/2006/relationships/notesMaster" Target="/ppt/notesMasters/notesMaster1.xml" Id="R6c68999fee93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5fe2137b5f4b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ad14982a754e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87c665aea04c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4111b4454940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64f4da26194f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5ad9b02c9846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57B8E2-48DD-4A45-B86D-75B83986EA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E781D5-0404-4481-B17E-F63CE9722E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22FFA6-0FD7-4B2D-ABCE-061C206A91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67CD60-9E88-4751-9388-33126E6E10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28576E-CE12-400E-8508-FD0ED5964B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EE53A3-7D01-46D4-9A83-DFF2DDCF67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B66E50-33F4-4CFE-8A3E-A0EE9E16D7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1E3A90-D4CB-4C11-A626-D4FCC36A25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1FAEED-C8E6-437E-B5BC-65DD73A984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440152-D7E0-46A5-A5C0-B78E85F4C9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a84302c710442f" /><Relationship Type="http://schemas.openxmlformats.org/officeDocument/2006/relationships/slideLayout" Target="/ppt/slideLayouts/slideLayout1.xml" Id="Rcdac3ccfbecd4877" /><Relationship Type="http://schemas.openxmlformats.org/officeDocument/2006/relationships/slideLayout" Target="/ppt/slideLayouts/slideLayout2.xml" Id="R4d4f169f614f4d99" /><Relationship Type="http://schemas.openxmlformats.org/officeDocument/2006/relationships/slideLayout" Target="/ppt/slideLayouts/slideLayout3.xml" Id="R13d2b3469bbf4f67" /><Relationship Type="http://schemas.openxmlformats.org/officeDocument/2006/relationships/slideLayout" Target="/ppt/slideLayouts/slideLayout4.xml" Id="R8cdcffd72ddc4038" /><Relationship Type="http://schemas.openxmlformats.org/officeDocument/2006/relationships/slideLayout" Target="/ppt/slideLayouts/slideLayout5.xml" Id="R85ca8f99b4d34036" /><Relationship Type="http://schemas.openxmlformats.org/officeDocument/2006/relationships/slideLayout" Target="/ppt/slideLayouts/slideLayout6.xml" Id="R0d537c686ff24a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ac3ccfbecd4877"/>
    <p:sldLayoutId xmlns:r="http://schemas.openxmlformats.org/officeDocument/2006/relationships" id="2147483650" r:id="R4d4f169f614f4d99"/>
    <p:sldLayoutId xmlns:r="http://schemas.openxmlformats.org/officeDocument/2006/relationships" id="2147483651" r:id="R13d2b3469bbf4f67"/>
    <p:sldLayoutId xmlns:r="http://schemas.openxmlformats.org/officeDocument/2006/relationships" id="2147483652" r:id="R8cdcffd72ddc4038"/>
    <p:sldLayoutId xmlns:r="http://schemas.openxmlformats.org/officeDocument/2006/relationships" id="2147483653" r:id="R85ca8f99b4d34036"/>
    <p:sldLayoutId xmlns:r="http://schemas.openxmlformats.org/officeDocument/2006/relationships" id="2147483654" r:id="R0d537c686ff24a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21bc926afd4a84" /><Relationship Type="http://schemas.openxmlformats.org/officeDocument/2006/relationships/image" Target="/ppt/media/image.png" Id="Rae39617b3e134654" /><Relationship Type="http://schemas.openxmlformats.org/officeDocument/2006/relationships/notesSlide" Target="/ppt/notesSlides/notesSlide1.xml" Id="R1567eda5702747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79a29c28244f64" /><Relationship Type="http://schemas.openxmlformats.org/officeDocument/2006/relationships/notesSlide" Target="/ppt/notesSlides/notesSlide2.xml" Id="R69431a8605d945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1b4553ce284b7c" /><Relationship Type="http://schemas.openxmlformats.org/officeDocument/2006/relationships/image" Target="/ppt/media/image2.png" Id="R7eb08fda2b694129" /><Relationship Type="http://schemas.openxmlformats.org/officeDocument/2006/relationships/image" Target="/ppt/media/image.jpeg" Id="Ra9ed6cfea59e4d32" /><Relationship Type="http://schemas.openxmlformats.org/officeDocument/2006/relationships/notesSlide" Target="/ppt/notesSlides/notesSlide3.xml" Id="R4b3cf79996b443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cc1bc51af14c86" /><Relationship Type="http://schemas.openxmlformats.org/officeDocument/2006/relationships/image" Target="/ppt/media/image3.png" Id="R255dd0ef4cb243ed" /><Relationship Type="http://schemas.openxmlformats.org/officeDocument/2006/relationships/image" Target="/ppt/media/image4.png" Id="Red7182ffb19c4083" /><Relationship Type="http://schemas.openxmlformats.org/officeDocument/2006/relationships/notesSlide" Target="/ppt/notesSlides/notesSlide4.xml" Id="Rec4e6d46455041ce"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538B41D-10F6-4AE4-8BB8-5170E0880DED}"/>
              </a:ext>
            </a:extLst>
          </p:cNvPr>
          <p:cNvPicPr>
            <a:picLocks xmlns:a="http://schemas.openxmlformats.org/drawingml/2006/main" noChangeAspect="1"/>
          </p:cNvPicPr>
          <p:nvPr/>
        </p:nvPicPr>
        <p:blipFill>
          <a:blip xmlns:r="http://schemas.openxmlformats.org/officeDocument/2006/relationships" xmlns:a="http://schemas.openxmlformats.org/drawingml/2006/main" r:embed="Rae39617b3e134654"/>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7E128FBE-65CF-4B39-BD78-D4A08857AE62}"/>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DC1258-910E-44E5-BDB2-5E8A39985428}"/>
              </a:ext>
            </a:extLst>
          </p:cNvPr>
          <p:cNvSpPr>
            <a:spLocks xmlns:a="http://schemas.openxmlformats.org/drawingml/2006/main" noGrp="1"/>
          </p:cNvSpPr>
          <p:nvPr/>
        </p:nvSpPr>
        <p:spPr>
          <a:xfrm xmlns:a="http://schemas.openxmlformats.org/drawingml/2006/main">
            <a:off x="7772400" y="99060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9FA578C6-F62D-4BD5-B4FC-0373F4765478}"/>
              </a:ext>
            </a:extLst>
          </p:cNvPr>
          <p:cNvSpPr>
            <a:spLocks xmlns:a="http://schemas.openxmlformats.org/drawingml/2006/main" noGrp="1"/>
          </p:cNvSpPr>
          <p:nvPr/>
        </p:nvSpPr>
        <p:spPr>
          <a:xfrm xmlns:a="http://schemas.openxmlformats.org/drawingml/2006/main">
            <a:off x="7772400" y="18097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rule">
            <a:extLst xmlns:a="http://schemas.openxmlformats.org/drawingml/2006/main">
              <a:ext uri="{FF2B5EF4-FFF2-40B4-BE49-F238E27FC236}">
                <a16:creationId xmlns:a16="http://schemas.microsoft.com/office/drawing/2014/main" id="{84A44A80-52B9-47CA-AC0F-06A7C19FEC49}"/>
              </a:ext>
            </a:extLst>
          </p:cNvPr>
          <p:cNvSpPr>
            <a:spLocks xmlns:a="http://schemas.openxmlformats.org/drawingml/2006/main" noGrp="1"/>
          </p:cNvSpPr>
          <p:nvPr/>
        </p:nvSpPr>
        <p:spPr>
          <a:xfrm xmlns:a="http://schemas.openxmlformats.org/drawingml/2006/main">
            <a:off x="9010650" y="4876800"/>
            <a:ext cx="2571750" cy="190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D01DCA-386D-458A-B92F-B0419AF34E02}"/>
              </a:ext>
            </a:extLst>
          </p:cNvPr>
          <p:cNvSpPr>
            <a:spLocks xmlns:a="http://schemas.openxmlformats.org/drawingml/2006/main" noGrp="1"/>
          </p:cNvSpPr>
          <p:nvPr/>
        </p:nvSpPr>
        <p:spPr>
          <a:xfrm xmlns:a="http://schemas.openxmlformats.org/drawingml/2006/main">
            <a:off x="7772400" y="5067300"/>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00" b="1" i="0">
                <a:solidFill>
                  <a:srgbClr val="080808"/>
                </a:solidFill>
                <a:latin typeface="Avenir Next"/>
                <a:ea typeface="Avenir Next"/>
                <a:cs typeface="Avenir Next"/>
              </a:rPr>
              <a:t>Emotional intelligence development</a:t>
            </a:r>
            <a:br>
              <a:rPr sz="1200" b="1" i="0">
                <a:solidFill>
                  <a:srgbClr val="080808"/>
                </a:solidFill>
                <a:latin typeface="Avenir Next"/>
                <a:ea typeface="Avenir Next"/>
                <a:cs typeface="Avenir Next"/>
              </a:rPr>
            </a:br>
            <a:r>
              <a:rPr sz="1200" b="1" i="0">
                <a:solidFill>
                  <a:srgbClr val="080808"/>
                </a:solidFill>
                <a:latin typeface="Avenir Next"/>
                <a:ea typeface="Avenir Next"/>
                <a:cs typeface="Avenir Next"/>
              </a:rPr>
              <a:t>with stories and AI-enhanced critiques</a:t>
            </a:r>
          </a:p>
        </p:txBody>
      </p:sp>
      <p:sp>
        <p:nvSpPr>
          <p:cNvPr id="7" name="">
            <a:extLst xmlns:a="http://schemas.openxmlformats.org/drawingml/2006/main">
              <a:ext uri="{FF2B5EF4-FFF2-40B4-BE49-F238E27FC236}">
                <a16:creationId xmlns:a16="http://schemas.microsoft.com/office/drawing/2014/main" id="{B98B2408-919C-49A7-AE54-B440A16D24A6}"/>
              </a:ext>
            </a:extLst>
          </p:cNvPr>
          <p:cNvSpPr>
            <a:spLocks xmlns:a="http://schemas.openxmlformats.org/drawingml/2006/main" noGrp="1"/>
          </p:cNvSpPr>
          <p:nvPr/>
        </p:nvSpPr>
        <p:spPr>
          <a:xfrm xmlns:a="http://schemas.openxmlformats.org/drawingml/2006/main">
            <a:off x="7772400" y="56959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a:t>
            </a:r>
            <a:br>
              <a:rPr sz="1050" b="0" i="0">
                <a:solidFill>
                  <a:srgbClr val="5B5149"/>
                </a:solidFill>
                <a:latin typeface="Avenir Next"/>
                <a:ea typeface="Avenir Next"/>
                <a:cs typeface="Avenir Next"/>
              </a:rPr>
            </a:br>
            <a:r>
              <a:rPr sz="1050" b="0" i="0">
                <a:solidFill>
                  <a:srgbClr val="5B5149"/>
                </a:solidFill>
                <a:latin typeface="Avenir Next"/>
                <a:ea typeface="Avenir Next"/>
                <a:cs typeface="Avenir Next"/>
              </a:rPr>
              <a:t>The writer remains in control.</a:t>
            </a:r>
          </a:p>
        </p:txBody>
      </p:sp>
    </p:spTree>
    <p:extLst>
      <p:ext uri="{BB962C8B-B14F-4D97-AF65-F5344CB8AC3E}">
        <p14:creationId xmlns:p14="http://schemas.microsoft.com/office/powerpoint/2010/main" val="594284722"/>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9F9106F-A8C3-44EB-B8D5-CE0F32963943}"/>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2E877C50-C2EA-4B5B-97FF-F1C81CC7340C}"/>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7125D28E-BD41-4C66-B540-E7B5B0D83FB4}"/>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4DD56D-F7A0-43BD-B158-766E830DC64D}"/>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ED93BBB2-1816-428A-A1BA-E7804872E31B}"/>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572EAA63-1AEE-4BA3-AE29-4C05742E03C4}"/>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77D09C86-9A05-47DD-8376-825B2377F740}"/>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ADE58850-021E-4787-BC11-BB0FA844C3B6}"/>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AA84A3-170D-4373-9D19-771F2798AED4}"/>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A2691A1B-1BEE-4DEC-9DEE-AE54EEA1711D}"/>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497373FB-68B4-4A59-9DD6-84D92FE3132B}"/>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C5CE0776-5599-4977-849F-2446DCA4B264}"/>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09D68BBF-4C7E-46F8-B07B-C9C10CCAF1E4}"/>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0690AC91-6715-420F-AC12-F0CD26D2D77E}"/>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9A6C5AA8-BAC9-4620-8702-6F1DBDB61691}"/>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5643FCF8-DA04-4F8D-B69B-920151C150DE}"/>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0115AC9B-04FE-49F5-8440-9EC6B91D68A4}"/>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3C6F168D-430E-4060-A9A2-174CA3D3EC89}"/>
              </a:ext>
            </a:extLst>
          </p:cNvPr>
          <p:cNvSpPr>
            <a:spLocks xmlns:a="http://schemas.openxmlformats.org/drawingml/2006/main" noGrp="1"/>
          </p:cNvSpPr>
          <p:nvPr/>
        </p:nvSpPr>
        <p:spPr>
          <a:xfrm xmlns:a="http://schemas.openxmlformats.org/drawingml/2006/main">
            <a:off x="5657850" y="5467350"/>
            <a:ext cx="5486400" cy="438150"/>
          </a:xfrm>
          <a:prstGeom xmlns:a="http://schemas.openxmlformats.org/drawingml/2006/main" prst="roundRect">
            <a:avLst>
              <a:gd name="adj" fmla="val 17391"/>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9018C5-A550-45C9-90D7-1C8D2C8A5456}"/>
              </a:ext>
            </a:extLst>
          </p:cNvPr>
          <p:cNvSpPr>
            <a:spLocks xmlns:a="http://schemas.openxmlformats.org/drawingml/2006/main" noGrp="1"/>
          </p:cNvSpPr>
          <p:nvPr/>
        </p:nvSpPr>
        <p:spPr>
          <a:xfrm xmlns:a="http://schemas.openxmlformats.org/drawingml/2006/main">
            <a:off x="5848350" y="55626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B0203759-0B33-41D4-9B39-C383237FBB43}"/>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251708964"/>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EB06C75-94A7-44D0-91C9-7CB52CB25ED5}"/>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77CB4AA9-E863-4D8E-B397-0DF409B4EF62}"/>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DA3E10A6-BA60-4431-B1BE-DEBD8ACF72EF}"/>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E254FA-DE0F-4DD7-B457-DCFD866634F6}"/>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723A3EBD-C50E-4B2E-BE99-1FF6CBE57F18}"/>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1BA74A23-FC4F-40F3-B78C-9CB5348FF8AC}"/>
              </a:ext>
            </a:extLst>
          </p:cNvPr>
          <p:cNvPicPr>
            <a:picLocks xmlns:a="http://schemas.openxmlformats.org/drawingml/2006/main" noChangeAspect="1"/>
          </p:cNvPicPr>
          <p:nvPr/>
        </p:nvPicPr>
        <p:blipFill>
          <a:blip xmlns:r="http://schemas.openxmlformats.org/officeDocument/2006/relationships" xmlns:a="http://schemas.openxmlformats.org/drawingml/2006/main" r:embed="R7eb08fda2b694129"/>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08814176-D20C-4D57-BBE4-82570A708132}"/>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6841D170-09AC-44DF-BD14-767B691EAFFD}"/>
              </a:ext>
            </a:extLst>
          </p:cNvPr>
          <p:cNvPicPr>
            <a:picLocks xmlns:a="http://schemas.openxmlformats.org/drawingml/2006/main" noChangeAspect="1"/>
          </p:cNvPicPr>
          <p:nvPr/>
        </p:nvPicPr>
        <p:blipFill>
          <a:blip xmlns:r="http://schemas.openxmlformats.org/officeDocument/2006/relationships" xmlns:a="http://schemas.openxmlformats.org/drawingml/2006/main" r:embed="Ra9ed6cfea59e4d32"/>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54DF9A30-CB44-4C47-8DEA-FDB44596712B}"/>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67C6CA6A-3AA4-420A-8472-56B24915FDC4}"/>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5C8E27EE-0CC5-4B0B-89E8-BD81098A3030}"/>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D59BF215-0111-49FF-BCFF-4D98328E33B1}"/>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4954BE86-6451-4709-8367-6EF5C99B554C}"/>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019541B1-2ECA-453F-9AF3-B637E488F5CC}"/>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8E11D9A0-F7D7-4595-8F35-1E672D51F900}"/>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0CE767FB-F709-4E31-BEE4-F6EAD6610523}"/>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A16B0D20-466B-4C49-9900-FC49B6D8F77D}"/>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AA7F95FF-BAAD-4CED-B0F1-83950BC961D0}"/>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A9C2F470-C2E0-47A6-9F35-C5383C887E6C}"/>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CA9A2E7B-5022-43EB-9FE9-911E9214D08A}"/>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4057ED43-DA68-4AC2-A01C-54FCAFDB0D6A}"/>
              </a:ext>
            </a:extLst>
          </p:cNvPr>
          <p:cNvSpPr>
            <a:spLocks xmlns:a="http://schemas.openxmlformats.org/drawingml/2006/main" noGrp="1"/>
          </p:cNvSpPr>
          <p:nvPr/>
        </p:nvSpPr>
        <p:spPr>
          <a:xfrm xmlns:a="http://schemas.openxmlformats.org/drawingml/2006/main">
            <a:off x="5029200" y="4895850"/>
            <a:ext cx="6210300" cy="895350"/>
          </a:xfrm>
          <a:prstGeom xmlns:a="http://schemas.openxmlformats.org/drawingml/2006/main" prst="roundRect">
            <a:avLst>
              <a:gd name="adj" fmla="val 8511"/>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FFBA6A3-564F-4CA4-B443-713104A543A9}"/>
              </a:ext>
            </a:extLst>
          </p:cNvPr>
          <p:cNvSpPr>
            <a:spLocks xmlns:a="http://schemas.openxmlformats.org/drawingml/2006/main" noGrp="1"/>
          </p:cNvSpPr>
          <p:nvPr/>
        </p:nvSpPr>
        <p:spPr>
          <a:xfrm xmlns:a="http://schemas.openxmlformats.org/drawingml/2006/main">
            <a:off x="5238750" y="50292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E7D3B8"/>
                </a:solidFill>
                <a:latin typeface="Avenir Next"/>
                <a:ea typeface="Avenir Next"/>
                <a:cs typeface="Avenir Next"/>
              </a:rPr>
              <a:t>ALEX REVISES HIS WORDING</a:t>
            </a:r>
          </a:p>
        </p:txBody>
      </p:sp>
      <p:sp>
        <p:nvSpPr>
          <p:cNvPr id="23" name="">
            <a:extLst xmlns:a="http://schemas.openxmlformats.org/drawingml/2006/main">
              <a:ext uri="{FF2B5EF4-FFF2-40B4-BE49-F238E27FC236}">
                <a16:creationId xmlns:a16="http://schemas.microsoft.com/office/drawing/2014/main" id="{4B988DB2-AEB8-4E7D-AD30-1233B85E2705}"/>
              </a:ext>
            </a:extLst>
          </p:cNvPr>
          <p:cNvSpPr>
            <a:spLocks xmlns:a="http://schemas.openxmlformats.org/drawingml/2006/main" noGrp="1"/>
          </p:cNvSpPr>
          <p:nvPr/>
        </p:nvSpPr>
        <p:spPr>
          <a:xfrm xmlns:a="http://schemas.openxmlformats.org/drawingml/2006/main">
            <a:off x="5238750" y="5276850"/>
            <a:ext cx="577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FFF9EF"/>
                </a:solidFill>
                <a:latin typeface="Avenir Next"/>
                <a:ea typeface="Avenir Next"/>
                <a:cs typeface="Avenir Next"/>
              </a:rPr>
              <a:t>“I felt bad” becomes “I felt embarrassed and worried I was being judged.”</a:t>
            </a:r>
          </a:p>
        </p:txBody>
      </p:sp>
    </p:spTree>
    <p:extLst>
      <p:ext uri="{BB962C8B-B14F-4D97-AF65-F5344CB8AC3E}">
        <p14:creationId xmlns:p14="http://schemas.microsoft.com/office/powerpoint/2010/main" val="2131197605"/>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B06DB18F-5350-4F38-8DA3-77A8F15588E2}"/>
              </a:ext>
            </a:extLst>
          </p:cNvPr>
          <p:cNvPicPr>
            <a:picLocks xmlns:a="http://schemas.openxmlformats.org/drawingml/2006/main" noChangeAspect="1"/>
          </p:cNvPicPr>
          <p:nvPr/>
        </p:nvPicPr>
        <p:blipFill>
          <a:blip xmlns:r="http://schemas.openxmlformats.org/officeDocument/2006/relationships" xmlns:a="http://schemas.openxmlformats.org/drawingml/2006/main" r:embed="R255dd0ef4cb243ed"/>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295A222D-9300-4D00-B834-3A655886B663}"/>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E6F3C6A-82B5-41D2-9E6C-4C7E14BFD28C}"/>
              </a:ext>
            </a:extLst>
          </p:cNvPr>
          <p:cNvPicPr>
            <a:picLocks xmlns:a="http://schemas.openxmlformats.org/drawingml/2006/main" noChangeAspect="1"/>
          </p:cNvPicPr>
          <p:nvPr/>
        </p:nvPicPr>
        <p:blipFill>
          <a:blip xmlns:r="http://schemas.openxmlformats.org/officeDocument/2006/relationships" xmlns:a="http://schemas.openxmlformats.org/drawingml/2006/main" r:embed="Red7182ffb19c4083"/>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49EF8DBD-D97B-4D8F-B291-A960CBF93BF5}"/>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D2466E56-1277-4B68-9FDA-C02B6D22D9EF}"/>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A2E511FB-4472-43B9-A24D-5F2805F0E56D}"/>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37BD7314-989B-4DAE-B68A-9A0ADAA6EA45}"/>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A3D6801D-E6F6-4124-93C5-E35649B92731}"/>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285B79EB-9284-480D-A15A-83AA7420E044}"/>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E0C1F161-A101-457B-B56E-AE5EB6E86CA5}"/>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102632F7-9F9D-403A-AA54-A7ABB8EF4193}"/>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C9571CF7-C53D-447E-8DD9-8B88EE1454C9}"/>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569DB9C4-1230-45BC-9B84-BC8B4717B00F}"/>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3204AC91-5AA6-4D96-8DBE-B17FAEC9D53E}"/>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8A9D63D0-3F9C-4A84-9DE4-0ED5C1A707F6}"/>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61797A90-0309-4D5C-99D1-70C0E7CD1283}"/>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9F60298C-DB54-41E5-BBEB-5CEF077B7A0D}"/>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1BF7DF1C-65A2-4534-8C54-CFEDE2198658}"/>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8B5A157B-4EA2-4622-8CBA-742CFEAE8E20}"/>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A more connected world</a:t>
            </a:r>
          </a:p>
        </p:txBody>
      </p:sp>
      <p:sp>
        <p:nvSpPr>
          <p:cNvPr id="20" name="">
            <a:extLst xmlns:a="http://schemas.openxmlformats.org/drawingml/2006/main">
              <a:ext uri="{FF2B5EF4-FFF2-40B4-BE49-F238E27FC236}">
                <a16:creationId xmlns:a16="http://schemas.microsoft.com/office/drawing/2014/main" id="{E4BCB540-FE90-41F4-A992-95A75BB1BCDC}"/>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Clearer emotional understanding strengthens businesses, friendships, and families while private reflection stays personal.</a:t>
            </a:r>
          </a:p>
        </p:txBody>
      </p:sp>
      <p:sp>
        <p:nvSpPr>
          <p:cNvPr id="21" name="rule">
            <a:extLst xmlns:a="http://schemas.openxmlformats.org/drawingml/2006/main">
              <a:ext uri="{FF2B5EF4-FFF2-40B4-BE49-F238E27FC236}">
                <a16:creationId xmlns:a16="http://schemas.microsoft.com/office/drawing/2014/main" id="{70AD4EAC-C79C-4D98-A32D-015E08809A60}"/>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EE678B3-E0CA-4DE6-9DF8-F09712DD93E2}"/>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1361603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2026-10-11T09:05:15.1400000Z</dcterms:created>
  <dcterms:modified xsi:type="dcterms:W3CDTF">2026-10-11T09:05:15.1400000Z</dcterms:modified>
</coreProperties>
</file>